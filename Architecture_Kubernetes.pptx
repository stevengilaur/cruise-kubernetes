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27432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314700"/>
            <a:ext cx="73152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28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Cluster Kubernetes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Cruise — POC 3 nœuds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Vagrant + VirtualBox</a:t>
            </a:r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</a:t>
            </a:r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 + Calico</a:t>
            </a:r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MySQL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 D'ENSEMBLE DU CLUSTER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697480" cy="77724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0700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143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k8s-master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Node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192.168.56.10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22402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vCPU · 2 Go RAM · 20 Go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" y="2560320"/>
            <a:ext cx="2423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97480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" y="2651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17520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1520" y="2971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337560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" y="3291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57600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31520" y="3611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Mgr</a:t>
            </a:r>
            <a:endParaRPr lang="en-US" sz="1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977640"/>
            <a:ext cx="164592" cy="16459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31520" y="3931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privée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3246120" y="109728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3246120" y="1097280"/>
            <a:ext cx="2697480" cy="777240"/>
          </a:xfrm>
          <a:prstGeom prst="rect">
            <a:avLst/>
          </a:prstGeom>
          <a:solidFill>
            <a:srgbClr val="1E6091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1207008"/>
            <a:ext cx="365760" cy="3657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794760" y="1143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k8s-worker1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379476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 1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3383280" y="2011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192.168.56.11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3383280" y="22402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vCPU · 2 Go RAM · 20 Go</a:t>
            </a:r>
            <a:endParaRPr lang="en-US" sz="900" dirty="0"/>
          </a:p>
        </p:txBody>
      </p:sp>
      <p:sp>
        <p:nvSpPr>
          <p:cNvPr id="29" name="Shape 20"/>
          <p:cNvSpPr/>
          <p:nvPr/>
        </p:nvSpPr>
        <p:spPr>
          <a:xfrm>
            <a:off x="3383280" y="2560320"/>
            <a:ext cx="2423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2697480"/>
            <a:ext cx="164592" cy="16459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3611880" y="2651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</a:t>
            </a:r>
            <a:endParaRPr lang="en-US" sz="10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3280" y="3017520"/>
            <a:ext cx="164592" cy="164592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3611880" y="2971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containerd</a:t>
            </a:r>
            <a:endParaRPr lang="en-US" sz="10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3280" y="3337560"/>
            <a:ext cx="164592" cy="164592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3611880" y="3291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applicatifs</a:t>
            </a:r>
            <a:endParaRPr lang="en-US" sz="100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3280" y="3657600"/>
            <a:ext cx="164592" cy="164592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3611880" y="3611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kube-proxy</a:t>
            </a:r>
            <a:endParaRPr lang="en-US" sz="10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83280" y="3977640"/>
            <a:ext cx="164592" cy="164592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3611880" y="3931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Calico agent</a:t>
            </a:r>
            <a:endParaRPr lang="en-US" sz="1000" dirty="0"/>
          </a:p>
        </p:txBody>
      </p:sp>
      <p:sp>
        <p:nvSpPr>
          <p:cNvPr id="40" name="Shape 26"/>
          <p:cNvSpPr/>
          <p:nvPr/>
        </p:nvSpPr>
        <p:spPr>
          <a:xfrm>
            <a:off x="6126480" y="109728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1" name="Shape 27"/>
          <p:cNvSpPr/>
          <p:nvPr/>
        </p:nvSpPr>
        <p:spPr>
          <a:xfrm>
            <a:off x="6126480" y="1097280"/>
            <a:ext cx="2697480" cy="777240"/>
          </a:xfrm>
          <a:prstGeom prst="rect">
            <a:avLst/>
          </a:prstGeom>
          <a:solidFill>
            <a:srgbClr val="1E6091"/>
          </a:solidFill>
          <a:ln/>
        </p:spPr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3640" y="1207008"/>
            <a:ext cx="365760" cy="365760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6675120" y="1143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k8s-worker2</a:t>
            </a:r>
            <a:endParaRPr lang="en-US" sz="1400" dirty="0"/>
          </a:p>
        </p:txBody>
      </p:sp>
      <p:sp>
        <p:nvSpPr>
          <p:cNvPr id="44" name="Text 29"/>
          <p:cNvSpPr/>
          <p:nvPr/>
        </p:nvSpPr>
        <p:spPr>
          <a:xfrm>
            <a:off x="667512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 2</a:t>
            </a:r>
            <a:endParaRPr lang="en-US" sz="1000" dirty="0"/>
          </a:p>
        </p:txBody>
      </p:sp>
      <p:sp>
        <p:nvSpPr>
          <p:cNvPr id="45" name="Text 30"/>
          <p:cNvSpPr/>
          <p:nvPr/>
        </p:nvSpPr>
        <p:spPr>
          <a:xfrm>
            <a:off x="6263640" y="2011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192.168.56.12</a:t>
            </a:r>
            <a:endParaRPr lang="en-US" sz="1100" dirty="0"/>
          </a:p>
        </p:txBody>
      </p:sp>
      <p:sp>
        <p:nvSpPr>
          <p:cNvPr id="46" name="Text 31"/>
          <p:cNvSpPr/>
          <p:nvPr/>
        </p:nvSpPr>
        <p:spPr>
          <a:xfrm>
            <a:off x="6263640" y="22402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vCPU · 2 Go RAM · 20 Go</a:t>
            </a:r>
            <a:endParaRPr lang="en-US" sz="900" dirty="0"/>
          </a:p>
        </p:txBody>
      </p:sp>
      <p:sp>
        <p:nvSpPr>
          <p:cNvPr id="47" name="Shape 32"/>
          <p:cNvSpPr/>
          <p:nvPr/>
        </p:nvSpPr>
        <p:spPr>
          <a:xfrm>
            <a:off x="6263640" y="2560320"/>
            <a:ext cx="2423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63640" y="2697480"/>
            <a:ext cx="164592" cy="164592"/>
          </a:xfrm>
          <a:prstGeom prst="rect">
            <a:avLst/>
          </a:prstGeom>
        </p:spPr>
      </p:pic>
      <p:sp>
        <p:nvSpPr>
          <p:cNvPr id="49" name="Text 33"/>
          <p:cNvSpPr/>
          <p:nvPr/>
        </p:nvSpPr>
        <p:spPr>
          <a:xfrm>
            <a:off x="6492240" y="2651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</a:t>
            </a:r>
            <a:endParaRPr lang="en-US" sz="1000" dirty="0"/>
          </a:p>
        </p:txBody>
      </p:sp>
      <p:pic>
        <p:nvPicPr>
          <p:cNvPr id="5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63640" y="3017520"/>
            <a:ext cx="164592" cy="164592"/>
          </a:xfrm>
          <a:prstGeom prst="rect">
            <a:avLst/>
          </a:prstGeom>
        </p:spPr>
      </p:pic>
      <p:sp>
        <p:nvSpPr>
          <p:cNvPr id="51" name="Text 34"/>
          <p:cNvSpPr/>
          <p:nvPr/>
        </p:nvSpPr>
        <p:spPr>
          <a:xfrm>
            <a:off x="6492240" y="2971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containerd</a:t>
            </a:r>
            <a:endParaRPr lang="en-US" sz="1000" dirty="0"/>
          </a:p>
        </p:txBody>
      </p:sp>
      <p:pic>
        <p:nvPicPr>
          <p:cNvPr id="5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63640" y="3337560"/>
            <a:ext cx="164592" cy="164592"/>
          </a:xfrm>
          <a:prstGeom prst="rect">
            <a:avLst/>
          </a:prstGeom>
        </p:spPr>
      </p:pic>
      <p:sp>
        <p:nvSpPr>
          <p:cNvPr id="53" name="Text 35"/>
          <p:cNvSpPr/>
          <p:nvPr/>
        </p:nvSpPr>
        <p:spPr>
          <a:xfrm>
            <a:off x="6492240" y="3291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applicatifs</a:t>
            </a:r>
            <a:endParaRPr lang="en-US" sz="1000" dirty="0"/>
          </a:p>
        </p:txBody>
      </p:sp>
      <p:pic>
        <p:nvPicPr>
          <p:cNvPr id="5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63640" y="3657600"/>
            <a:ext cx="164592" cy="164592"/>
          </a:xfrm>
          <a:prstGeom prst="rect">
            <a:avLst/>
          </a:prstGeom>
        </p:spPr>
      </p:pic>
      <p:sp>
        <p:nvSpPr>
          <p:cNvPr id="55" name="Text 36"/>
          <p:cNvSpPr/>
          <p:nvPr/>
        </p:nvSpPr>
        <p:spPr>
          <a:xfrm>
            <a:off x="6492240" y="3611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kube-proxy</a:t>
            </a:r>
            <a:endParaRPr lang="en-US" sz="1000" dirty="0"/>
          </a:p>
        </p:txBody>
      </p:sp>
      <p:pic>
        <p:nvPicPr>
          <p:cNvPr id="5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63640" y="3977640"/>
            <a:ext cx="164592" cy="164592"/>
          </a:xfrm>
          <a:prstGeom prst="rect">
            <a:avLst/>
          </a:prstGeom>
        </p:spPr>
      </p:pic>
      <p:sp>
        <p:nvSpPr>
          <p:cNvPr id="57" name="Text 37"/>
          <p:cNvSpPr/>
          <p:nvPr/>
        </p:nvSpPr>
        <p:spPr>
          <a:xfrm>
            <a:off x="6492240" y="3931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Calico agent</a:t>
            </a:r>
            <a:endParaRPr lang="en-US" sz="1000" dirty="0"/>
          </a:p>
        </p:txBody>
      </p:sp>
      <p:sp>
        <p:nvSpPr>
          <p:cNvPr id="58" name="Shape 38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59" name="Text 39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privé Vagrant : 192.168.56.0/28  —  Pod CIDR : 10.244.0.0/16  —  CNI : Calico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APPLICATIVE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258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44475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234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876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HTML/CSS/JS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42316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423160"/>
            <a:ext cx="73152" cy="1051560"/>
          </a:xfrm>
          <a:prstGeom prst="rect">
            <a:avLst/>
          </a:prstGeom>
          <a:solidFill>
            <a:srgbClr val="1E6091"/>
          </a:solidFill>
          <a:ln/>
        </p:spPr>
      </p:sp>
      <p:sp>
        <p:nvSpPr>
          <p:cNvPr id="12" name="Shape 9"/>
          <p:cNvSpPr/>
          <p:nvPr/>
        </p:nvSpPr>
        <p:spPr>
          <a:xfrm>
            <a:off x="731520" y="2651760"/>
            <a:ext cx="594360" cy="594360"/>
          </a:xfrm>
          <a:prstGeom prst="ellipse">
            <a:avLst/>
          </a:prstGeom>
          <a:solidFill>
            <a:srgbClr val="1E609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77063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2560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API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508760" y="28803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/ JSON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374904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749040"/>
            <a:ext cx="73152" cy="10515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18" name="Shape 14"/>
          <p:cNvSpPr/>
          <p:nvPr/>
        </p:nvSpPr>
        <p:spPr>
          <a:xfrm>
            <a:off x="731520" y="3977640"/>
            <a:ext cx="594360" cy="594360"/>
          </a:xfrm>
          <a:prstGeom prst="ellipse">
            <a:avLst/>
          </a:prstGeom>
          <a:solidFill>
            <a:srgbClr val="0F2B4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409651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3886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de données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50876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 + PVC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2194560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▼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2194560" y="3474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▼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4846320" y="1097280"/>
            <a:ext cx="393192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846320" y="1097280"/>
            <a:ext cx="3931920" cy="54864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26" name="Text 21"/>
          <p:cNvSpPr/>
          <p:nvPr/>
        </p:nvSpPr>
        <p:spPr>
          <a:xfrm>
            <a:off x="5029200" y="1143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Objets Kubernetes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5029200" y="1828800"/>
            <a:ext cx="3566160" cy="7772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8" name="Text 23"/>
          <p:cNvSpPr/>
          <p:nvPr/>
        </p:nvSpPr>
        <p:spPr>
          <a:xfrm>
            <a:off x="5212080" y="1847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858000" y="1847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+ ReplicaSet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212080" y="21214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NodePort (port 30080)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5212080" y="2331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6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replicas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5029200" y="2788920"/>
            <a:ext cx="3566160" cy="7772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3" name="Text 28"/>
          <p:cNvSpPr/>
          <p:nvPr/>
        </p:nvSpPr>
        <p:spPr>
          <a:xfrm>
            <a:off x="5212080" y="2807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API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858000" y="2807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+ ReplicaSet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5212080" y="3081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ClusterIP (port 3000)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5212080" y="3291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6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replicas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5029200" y="3749040"/>
            <a:ext cx="3566160" cy="7772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8" name="Text 33"/>
          <p:cNvSpPr/>
          <p:nvPr/>
        </p:nvSpPr>
        <p:spPr>
          <a:xfrm>
            <a:off x="5212080" y="37673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6858000" y="37673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5212080" y="40416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ClusterIP (port 3306)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5212080" y="42519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6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replicas (cluster)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NAMESPACES &amp; ORGANISATION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776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25880" y="16459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de production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Backend + MySQL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9160" y="109728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097280"/>
            <a:ext cx="3977640" cy="54864"/>
          </a:xfrm>
          <a:prstGeom prst="rect">
            <a:avLst/>
          </a:prstGeom>
          <a:solidFill>
            <a:srgbClr val="1E6091"/>
          </a:solidFill>
          <a:ln/>
        </p:spPr>
      </p:sp>
      <p:sp>
        <p:nvSpPr>
          <p:cNvPr id="12" name="Shape 9"/>
          <p:cNvSpPr/>
          <p:nvPr/>
        </p:nvSpPr>
        <p:spPr>
          <a:xfrm>
            <a:off x="4892040" y="1371600"/>
            <a:ext cx="502920" cy="502920"/>
          </a:xfrm>
          <a:prstGeom prst="ellipse">
            <a:avLst/>
          </a:prstGeom>
          <a:solidFill>
            <a:srgbClr val="1E609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630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577840" y="16459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de développement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et itérations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292608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2926080"/>
            <a:ext cx="3977640" cy="54864"/>
          </a:xfrm>
          <a:prstGeom prst="rect">
            <a:avLst/>
          </a:prstGeom>
          <a:solidFill>
            <a:srgbClr val="E8B931"/>
          </a:solidFill>
          <a:ln/>
        </p:spPr>
      </p:sp>
      <p:sp>
        <p:nvSpPr>
          <p:cNvPr id="18" name="Shape 14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E8B93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9184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325880" y="34747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du cluster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09160" y="292608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09160" y="2926080"/>
            <a:ext cx="397764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4" name="Shape 19"/>
          <p:cNvSpPr/>
          <p:nvPr/>
        </p:nvSpPr>
        <p:spPr>
          <a:xfrm>
            <a:off x="4892040" y="3200400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9184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77840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5577840" y="34747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Docker privée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des images custom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29" name="Text 23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:  app=frontend | app=backend | app=mysql | env=prod | env=dev | tier=frontend | tier=backend | tier=data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RÉSEAU &amp; STOCKAGE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54864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097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Réseau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hôte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28600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192.168.56.0/28 (Vagrant private)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2176272"/>
            <a:ext cx="347472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304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CIDR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286000" y="2304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10.244.0.0/16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080" y="2651760"/>
            <a:ext cx="347472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7797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CIDR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286000" y="27797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10.96.0.0/12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" y="3127248"/>
            <a:ext cx="347472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32552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 Plugin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286000" y="3255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Calico (bonus)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0080" y="3602736"/>
            <a:ext cx="347472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3730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interne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286000" y="3730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CoreDNS (kube-dns)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40080" y="4078224"/>
            <a:ext cx="347472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externe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28600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NodePort sur le master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754880" y="105156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54880" y="1051560"/>
            <a:ext cx="3931920" cy="548640"/>
          </a:xfrm>
          <a:prstGeom prst="rect">
            <a:avLst/>
          </a:prstGeom>
          <a:solidFill>
            <a:srgbClr val="1E6091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43000"/>
            <a:ext cx="320040" cy="32004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349240" y="1097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Stockage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4937760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58368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NFS ou Local PV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937760" y="2176272"/>
            <a:ext cx="347472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937760" y="2304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583680" y="2304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Provisionné manuellement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937760" y="2651760"/>
            <a:ext cx="347472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937760" y="27797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583680" y="27797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 par pod MySQL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937760" y="3127248"/>
            <a:ext cx="347472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937760" y="32552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583680" y="3255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 (local-path)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4937760" y="3602736"/>
            <a:ext cx="347472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937760" y="3730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583680" y="3730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Gi par PV MySQL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4937760" y="4078224"/>
            <a:ext cx="347472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93776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58368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ReadWriteOnce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 &amp; MONITORING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Registry Privée &amp; Secrets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20"/>
            <a:ext cx="128016" cy="1280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18288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Docker sur le master (port 5000)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75688"/>
            <a:ext cx="128016" cy="1280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20299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TLS auto-signé (OpenSSL)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276856"/>
            <a:ext cx="128016" cy="12801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2960" y="223113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htpasswd</a:t>
            </a:r>
            <a:endParaRPr lang="en-US" sz="9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78024"/>
            <a:ext cx="128016" cy="12801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22960" y="24323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K8s pour les credentials (regcred)</a:t>
            </a:r>
            <a:endParaRPr lang="en-US" sz="9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679192"/>
            <a:ext cx="128016" cy="12801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22960" y="26334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ConfigMaps pour les configs applicatives</a:t>
            </a:r>
            <a:endParaRPr lang="en-US" sz="900" dirty="0"/>
          </a:p>
        </p:txBody>
      </p:sp>
      <p:sp>
        <p:nvSpPr>
          <p:cNvPr id="18" name="Shape 10"/>
          <p:cNvSpPr/>
          <p:nvPr/>
        </p:nvSpPr>
        <p:spPr>
          <a:xfrm>
            <a:off x="4754880" y="10515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1"/>
          <p:cNvSpPr/>
          <p:nvPr/>
        </p:nvSpPr>
        <p:spPr>
          <a:xfrm>
            <a:off x="4937760" y="1234440"/>
            <a:ext cx="502920" cy="502920"/>
          </a:xfrm>
          <a:prstGeom prst="ellipse">
            <a:avLst/>
          </a:prstGeom>
          <a:solidFill>
            <a:srgbClr val="E8B931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1325880"/>
            <a:ext cx="320040" cy="32004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57784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</a:t>
            </a:r>
            <a:endParaRPr lang="en-US" sz="14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1874520"/>
            <a:ext cx="128016" cy="128016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120640" y="18288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(collecte de métriques)</a:t>
            </a:r>
            <a:endParaRPr lang="en-US" sz="9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2075688"/>
            <a:ext cx="128016" cy="128016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120640" y="20299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(dashboards &amp; alertes)</a:t>
            </a:r>
            <a:endParaRPr lang="en-US" sz="9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2276856"/>
            <a:ext cx="128016" cy="128016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120640" y="223113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Exporter (DaemonSet sur chaque node)</a:t>
            </a:r>
            <a:endParaRPr lang="en-US" sz="9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7760" y="2478024"/>
            <a:ext cx="128016" cy="128016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5120640" y="24323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kube-state-metrics</a:t>
            </a:r>
            <a:endParaRPr lang="en-US" sz="9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2679192"/>
            <a:ext cx="128016" cy="128016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120640" y="26334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Déployés dans le namespace monitoring</a:t>
            </a:r>
            <a:endParaRPr lang="en-US" sz="900" dirty="0"/>
          </a:p>
        </p:txBody>
      </p:sp>
      <p:sp>
        <p:nvSpPr>
          <p:cNvPr id="32" name="Shape 18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Shape 19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4" name="Text 20"/>
          <p:cNvSpPr/>
          <p:nvPr/>
        </p:nvSpPr>
        <p:spPr>
          <a:xfrm>
            <a:off x="640080" y="3246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OUTILS &amp; TECHNOLOGIES</a:t>
            </a:r>
            <a:endParaRPr lang="en-US" sz="1300" dirty="0"/>
          </a:p>
        </p:txBody>
      </p:sp>
      <p:sp>
        <p:nvSpPr>
          <p:cNvPr id="35" name="Text 21"/>
          <p:cNvSpPr/>
          <p:nvPr/>
        </p:nvSpPr>
        <p:spPr>
          <a:xfrm>
            <a:off x="640080" y="3794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Virtualisation</a:t>
            </a:r>
            <a:endParaRPr lang="en-US" sz="900" dirty="0"/>
          </a:p>
        </p:txBody>
      </p:sp>
      <p:sp>
        <p:nvSpPr>
          <p:cNvPr id="36" name="Text 22"/>
          <p:cNvSpPr/>
          <p:nvPr/>
        </p:nvSpPr>
        <p:spPr>
          <a:xfrm>
            <a:off x="640080" y="39593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Vagrant + VirtualBox</a:t>
            </a:r>
            <a:endParaRPr lang="en-US" sz="900" dirty="0"/>
          </a:p>
        </p:txBody>
      </p:sp>
      <p:sp>
        <p:nvSpPr>
          <p:cNvPr id="37" name="Text 23"/>
          <p:cNvSpPr/>
          <p:nvPr/>
        </p:nvSpPr>
        <p:spPr>
          <a:xfrm>
            <a:off x="2651760" y="3794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900" dirty="0"/>
          </a:p>
        </p:txBody>
      </p:sp>
      <p:sp>
        <p:nvSpPr>
          <p:cNvPr id="38" name="Text 24"/>
          <p:cNvSpPr/>
          <p:nvPr/>
        </p:nvSpPr>
        <p:spPr>
          <a:xfrm>
            <a:off x="2651760" y="39593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 LTS</a:t>
            </a:r>
            <a:endParaRPr lang="en-US" sz="900" dirty="0"/>
          </a:p>
        </p:txBody>
      </p:sp>
      <p:sp>
        <p:nvSpPr>
          <p:cNvPr id="39" name="Text 25"/>
          <p:cNvSpPr/>
          <p:nvPr/>
        </p:nvSpPr>
        <p:spPr>
          <a:xfrm>
            <a:off x="4663440" y="3794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</a:t>
            </a:r>
            <a:endParaRPr lang="en-US" sz="900" dirty="0"/>
          </a:p>
        </p:txBody>
      </p:sp>
      <p:sp>
        <p:nvSpPr>
          <p:cNvPr id="40" name="Text 26"/>
          <p:cNvSpPr/>
          <p:nvPr/>
        </p:nvSpPr>
        <p:spPr>
          <a:xfrm>
            <a:off x="4663440" y="39593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containerd</a:t>
            </a:r>
            <a:endParaRPr lang="en-US" sz="900" dirty="0"/>
          </a:p>
        </p:txBody>
      </p:sp>
      <p:sp>
        <p:nvSpPr>
          <p:cNvPr id="41" name="Text 27"/>
          <p:cNvSpPr/>
          <p:nvPr/>
        </p:nvSpPr>
        <p:spPr>
          <a:xfrm>
            <a:off x="6675120" y="3794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42" name="Text 28"/>
          <p:cNvSpPr/>
          <p:nvPr/>
        </p:nvSpPr>
        <p:spPr>
          <a:xfrm>
            <a:off x="6675120" y="39593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(kubeadm)</a:t>
            </a:r>
            <a:endParaRPr lang="en-US" sz="900" dirty="0"/>
          </a:p>
        </p:txBody>
      </p:sp>
      <p:sp>
        <p:nvSpPr>
          <p:cNvPr id="43" name="Text 29"/>
          <p:cNvSpPr/>
          <p:nvPr/>
        </p:nvSpPr>
        <p:spPr>
          <a:xfrm>
            <a:off x="640080" y="4251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en-US" sz="900" dirty="0"/>
          </a:p>
        </p:txBody>
      </p:sp>
      <p:sp>
        <p:nvSpPr>
          <p:cNvPr id="44" name="Text 30"/>
          <p:cNvSpPr/>
          <p:nvPr/>
        </p:nvSpPr>
        <p:spPr>
          <a:xfrm>
            <a:off x="640080" y="44165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Calico CNI</a:t>
            </a:r>
            <a:endParaRPr lang="en-US" sz="900" dirty="0"/>
          </a:p>
        </p:txBody>
      </p:sp>
      <p:sp>
        <p:nvSpPr>
          <p:cNvPr id="45" name="Text 31"/>
          <p:cNvSpPr/>
          <p:nvPr/>
        </p:nvSpPr>
        <p:spPr>
          <a:xfrm>
            <a:off x="2651760" y="4251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46" name="Text 32"/>
          <p:cNvSpPr/>
          <p:nvPr/>
        </p:nvSpPr>
        <p:spPr>
          <a:xfrm>
            <a:off x="2651760" y="44165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900" dirty="0"/>
          </a:p>
        </p:txBody>
      </p:sp>
      <p:sp>
        <p:nvSpPr>
          <p:cNvPr id="47" name="Text 33"/>
          <p:cNvSpPr/>
          <p:nvPr/>
        </p:nvSpPr>
        <p:spPr>
          <a:xfrm>
            <a:off x="4663440" y="4251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900" dirty="0"/>
          </a:p>
        </p:txBody>
      </p:sp>
      <p:sp>
        <p:nvSpPr>
          <p:cNvPr id="48" name="Text 34"/>
          <p:cNvSpPr/>
          <p:nvPr/>
        </p:nvSpPr>
        <p:spPr>
          <a:xfrm>
            <a:off x="4663440" y="44165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Registry (privée)</a:t>
            </a:r>
            <a:endParaRPr lang="en-US" sz="900" dirty="0"/>
          </a:p>
        </p:txBody>
      </p:sp>
      <p:sp>
        <p:nvSpPr>
          <p:cNvPr id="49" name="Text 35"/>
          <p:cNvSpPr/>
          <p:nvPr/>
        </p:nvSpPr>
        <p:spPr>
          <a:xfrm>
            <a:off x="6675120" y="4251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900" dirty="0"/>
          </a:p>
        </p:txBody>
      </p:sp>
      <p:sp>
        <p:nvSpPr>
          <p:cNvPr id="50" name="Text 36"/>
          <p:cNvSpPr/>
          <p:nvPr/>
        </p:nvSpPr>
        <p:spPr>
          <a:xfrm>
            <a:off x="6675120" y="44165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Cluster Kubernetes - Projet Cruise</dc:title>
  <dc:subject>PptxGenJS Presentation</dc:subject>
  <dc:creator>Steven</dc:creator>
  <cp:lastModifiedBy>Steven</cp:lastModifiedBy>
  <cp:revision>1</cp:revision>
  <dcterms:created xsi:type="dcterms:W3CDTF">2026-04-15T11:07:23Z</dcterms:created>
  <dcterms:modified xsi:type="dcterms:W3CDTF">2026-04-15T11:07:23Z</dcterms:modified>
</cp:coreProperties>
</file>