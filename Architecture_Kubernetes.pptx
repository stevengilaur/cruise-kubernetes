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a_archi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9070848" y="0"/>
            <a:ext cx="73152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0348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331470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2809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Cluster Kubernetes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Cruise — POC 3 nœuds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1A3C5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Vagrant + VirtualBox</a:t>
            </a:r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|  </a:t>
            </a:r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</a:t>
            </a:r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|  </a:t>
            </a:r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kubeadm + Calico</a:t>
            </a:r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|  </a:t>
            </a:r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MySQL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 D'ENSEMBLE DU CLUSTER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2697480" cy="7772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700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143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k8s-master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Node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0116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192.168.56.10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22402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vCPU · 2 Go RAM · 20 Go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" y="256032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97480"/>
            <a:ext cx="164592" cy="1645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" y="2651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017520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1520" y="2971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337560"/>
            <a:ext cx="164592" cy="16459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32918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0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657600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3152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Mgr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977640"/>
            <a:ext cx="164592" cy="16459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31520" y="3931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privée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3246120" y="109728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3246120" y="1097280"/>
            <a:ext cx="2697480" cy="777240"/>
          </a:xfrm>
          <a:prstGeom prst="rect">
            <a:avLst/>
          </a:prstGeom>
          <a:solidFill>
            <a:srgbClr val="1E6091"/>
          </a:solidFill>
          <a:ln/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1207008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794760" y="1143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k8s-worker1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379476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 1</a:t>
            </a:r>
            <a:endParaRPr lang="en-US" sz="1000" dirty="0"/>
          </a:p>
        </p:txBody>
      </p:sp>
      <p:sp>
        <p:nvSpPr>
          <p:cNvPr id="27" name="Text 18"/>
          <p:cNvSpPr/>
          <p:nvPr/>
        </p:nvSpPr>
        <p:spPr>
          <a:xfrm>
            <a:off x="3383280" y="20116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192.168.56.11</a:t>
            </a:r>
            <a:endParaRPr lang="en-US" sz="1100" dirty="0"/>
          </a:p>
        </p:txBody>
      </p:sp>
      <p:sp>
        <p:nvSpPr>
          <p:cNvPr id="28" name="Text 19"/>
          <p:cNvSpPr/>
          <p:nvPr/>
        </p:nvSpPr>
        <p:spPr>
          <a:xfrm>
            <a:off x="3383280" y="22402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vCPU · 2 Go RAM · 20 Go</a:t>
            </a:r>
            <a:endParaRPr lang="en-US" sz="900" dirty="0"/>
          </a:p>
        </p:txBody>
      </p:sp>
      <p:sp>
        <p:nvSpPr>
          <p:cNvPr id="29" name="Shape 20"/>
          <p:cNvSpPr/>
          <p:nvPr/>
        </p:nvSpPr>
        <p:spPr>
          <a:xfrm>
            <a:off x="3383280" y="256032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2697480"/>
            <a:ext cx="164592" cy="164592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611880" y="2651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000" dirty="0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3280" y="3017520"/>
            <a:ext cx="164592" cy="16459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3611880" y="2971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</a:t>
            </a:r>
            <a:endParaRPr lang="en-US" sz="10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83280" y="3337560"/>
            <a:ext cx="164592" cy="164592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3611880" y="32918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applicatifs</a:t>
            </a:r>
            <a:endParaRPr lang="en-US" sz="10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3280" y="3657600"/>
            <a:ext cx="164592" cy="164592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361188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0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83280" y="3977640"/>
            <a:ext cx="164592" cy="16459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3611880" y="3931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Calico agent</a:t>
            </a:r>
            <a:endParaRPr lang="en-US" sz="1000" dirty="0"/>
          </a:p>
        </p:txBody>
      </p:sp>
      <p:sp>
        <p:nvSpPr>
          <p:cNvPr id="40" name="Shape 26"/>
          <p:cNvSpPr/>
          <p:nvPr/>
        </p:nvSpPr>
        <p:spPr>
          <a:xfrm>
            <a:off x="6126480" y="109728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41" name="Shape 27"/>
          <p:cNvSpPr/>
          <p:nvPr/>
        </p:nvSpPr>
        <p:spPr>
          <a:xfrm>
            <a:off x="6126480" y="1097280"/>
            <a:ext cx="2697480" cy="777240"/>
          </a:xfrm>
          <a:prstGeom prst="rect">
            <a:avLst/>
          </a:prstGeom>
          <a:solidFill>
            <a:srgbClr val="1E6091"/>
          </a:solidFill>
          <a:ln/>
        </p:spPr>
      </p:sp>
      <p:pic>
        <p:nvPicPr>
          <p:cNvPr id="42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3640" y="1207008"/>
            <a:ext cx="365760" cy="365760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6675120" y="1143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k8s-worker2</a:t>
            </a:r>
            <a:endParaRPr lang="en-US" sz="1400" dirty="0"/>
          </a:p>
        </p:txBody>
      </p:sp>
      <p:sp>
        <p:nvSpPr>
          <p:cNvPr id="44" name="Text 29"/>
          <p:cNvSpPr/>
          <p:nvPr/>
        </p:nvSpPr>
        <p:spPr>
          <a:xfrm>
            <a:off x="667512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 2</a:t>
            </a:r>
            <a:endParaRPr lang="en-US" sz="1000" dirty="0"/>
          </a:p>
        </p:txBody>
      </p:sp>
      <p:sp>
        <p:nvSpPr>
          <p:cNvPr id="45" name="Text 30"/>
          <p:cNvSpPr/>
          <p:nvPr/>
        </p:nvSpPr>
        <p:spPr>
          <a:xfrm>
            <a:off x="6263640" y="20116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192.168.56.12</a:t>
            </a:r>
            <a:endParaRPr lang="en-US" sz="1100" dirty="0"/>
          </a:p>
        </p:txBody>
      </p:sp>
      <p:sp>
        <p:nvSpPr>
          <p:cNvPr id="46" name="Text 31"/>
          <p:cNvSpPr/>
          <p:nvPr/>
        </p:nvSpPr>
        <p:spPr>
          <a:xfrm>
            <a:off x="6263640" y="22402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vCPU · 2 Go RAM · 20 Go</a:t>
            </a:r>
            <a:endParaRPr lang="en-US" sz="900" dirty="0"/>
          </a:p>
        </p:txBody>
      </p:sp>
      <p:sp>
        <p:nvSpPr>
          <p:cNvPr id="47" name="Shape 32"/>
          <p:cNvSpPr/>
          <p:nvPr/>
        </p:nvSpPr>
        <p:spPr>
          <a:xfrm>
            <a:off x="6263640" y="256032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48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3640" y="2697480"/>
            <a:ext cx="164592" cy="164592"/>
          </a:xfrm>
          <a:prstGeom prst="rect">
            <a:avLst/>
          </a:prstGeom>
        </p:spPr>
      </p:pic>
      <p:sp>
        <p:nvSpPr>
          <p:cNvPr id="49" name="Text 33"/>
          <p:cNvSpPr/>
          <p:nvPr/>
        </p:nvSpPr>
        <p:spPr>
          <a:xfrm>
            <a:off x="6492240" y="2651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000" dirty="0"/>
          </a:p>
        </p:txBody>
      </p:sp>
      <p:pic>
        <p:nvPicPr>
          <p:cNvPr id="50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3640" y="3017520"/>
            <a:ext cx="164592" cy="164592"/>
          </a:xfrm>
          <a:prstGeom prst="rect">
            <a:avLst/>
          </a:prstGeom>
        </p:spPr>
      </p:pic>
      <p:sp>
        <p:nvSpPr>
          <p:cNvPr id="51" name="Text 34"/>
          <p:cNvSpPr/>
          <p:nvPr/>
        </p:nvSpPr>
        <p:spPr>
          <a:xfrm>
            <a:off x="6492240" y="2971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</a:t>
            </a:r>
            <a:endParaRPr lang="en-US" sz="1000" dirty="0"/>
          </a:p>
        </p:txBody>
      </p:sp>
      <p:pic>
        <p:nvPicPr>
          <p:cNvPr id="52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3640" y="3337560"/>
            <a:ext cx="164592" cy="164592"/>
          </a:xfrm>
          <a:prstGeom prst="rect">
            <a:avLst/>
          </a:prstGeom>
        </p:spPr>
      </p:pic>
      <p:sp>
        <p:nvSpPr>
          <p:cNvPr id="53" name="Text 35"/>
          <p:cNvSpPr/>
          <p:nvPr/>
        </p:nvSpPr>
        <p:spPr>
          <a:xfrm>
            <a:off x="6492240" y="32918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applicatifs</a:t>
            </a:r>
            <a:endParaRPr lang="en-US" sz="1000" dirty="0"/>
          </a:p>
        </p:txBody>
      </p:sp>
      <p:pic>
        <p:nvPicPr>
          <p:cNvPr id="54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3640" y="3657600"/>
            <a:ext cx="164592" cy="164592"/>
          </a:xfrm>
          <a:prstGeom prst="rect">
            <a:avLst/>
          </a:prstGeom>
        </p:spPr>
      </p:pic>
      <p:sp>
        <p:nvSpPr>
          <p:cNvPr id="55" name="Text 36"/>
          <p:cNvSpPr/>
          <p:nvPr/>
        </p:nvSpPr>
        <p:spPr>
          <a:xfrm>
            <a:off x="649224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000" dirty="0"/>
          </a:p>
        </p:txBody>
      </p:sp>
      <p:pic>
        <p:nvPicPr>
          <p:cNvPr id="56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3640" y="3977640"/>
            <a:ext cx="164592" cy="164592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6492240" y="3931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Calico agent</a:t>
            </a:r>
            <a:endParaRPr lang="en-US" sz="1000" dirty="0"/>
          </a:p>
        </p:txBody>
      </p:sp>
      <p:sp>
        <p:nvSpPr>
          <p:cNvPr id="58" name="Shape 38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59" name="Text 39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privé Vagrant : 192.168.56.0/28  —  Pod CIDR : 10.244.0.0/16  —  CNI : Calico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APPLICATIVE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258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44475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087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HTML/CSS/JS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2423160"/>
            <a:ext cx="39319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423160"/>
            <a:ext cx="73152" cy="1051560"/>
          </a:xfrm>
          <a:prstGeom prst="rect">
            <a:avLst/>
          </a:prstGeom>
          <a:solidFill>
            <a:srgbClr val="1E6091"/>
          </a:solidFill>
          <a:ln/>
        </p:spPr>
      </p:sp>
      <p:sp>
        <p:nvSpPr>
          <p:cNvPr id="12" name="Shape 9"/>
          <p:cNvSpPr/>
          <p:nvPr/>
        </p:nvSpPr>
        <p:spPr>
          <a:xfrm>
            <a:off x="731520" y="2651760"/>
            <a:ext cx="594360" cy="594360"/>
          </a:xfrm>
          <a:prstGeom prst="ellipse">
            <a:avLst/>
          </a:prstGeom>
          <a:solidFill>
            <a:srgbClr val="1E609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7706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2560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API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508760" y="28803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/ JSON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3749040"/>
            <a:ext cx="393192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" y="3749040"/>
            <a:ext cx="73152" cy="10515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18" name="Shape 14"/>
          <p:cNvSpPr/>
          <p:nvPr/>
        </p:nvSpPr>
        <p:spPr>
          <a:xfrm>
            <a:off x="731520" y="3977640"/>
            <a:ext cx="594360" cy="594360"/>
          </a:xfrm>
          <a:prstGeom prst="ellipse">
            <a:avLst/>
          </a:prstGeom>
          <a:solidFill>
            <a:srgbClr val="0F2B46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0965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087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données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50876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 + PVC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2194560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</a:rPr>
              <a:t>▼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2194560" y="3474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8090"/>
                </a:solidFill>
              </a:rPr>
              <a:t>▼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4846320" y="1097280"/>
            <a:ext cx="393192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846320" y="1097280"/>
            <a:ext cx="3931920" cy="54864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0" y="1143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Objets Kubernetes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5029200" y="1828800"/>
            <a:ext cx="3566160" cy="7772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8" name="Text 23"/>
          <p:cNvSpPr/>
          <p:nvPr/>
        </p:nvSpPr>
        <p:spPr>
          <a:xfrm>
            <a:off x="5212080" y="18470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858000" y="18470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ReplicaSet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212080" y="21214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NodePort (port 30080)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5212080" y="23317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60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replicas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5029200" y="2788920"/>
            <a:ext cx="3566160" cy="7772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3" name="Text 28"/>
          <p:cNvSpPr/>
          <p:nvPr/>
        </p:nvSpPr>
        <p:spPr>
          <a:xfrm>
            <a:off x="5212080" y="2807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API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858000" y="2807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ReplicaSet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5212080" y="3081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ClusterIP (port 3000)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5212080" y="3291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60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replicas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029200" y="3749040"/>
            <a:ext cx="3566160" cy="7772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8" name="Text 33"/>
          <p:cNvSpPr/>
          <p:nvPr/>
        </p:nvSpPr>
        <p:spPr>
          <a:xfrm>
            <a:off x="5212080" y="37673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MySQL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6858000" y="37673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5212080" y="40416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ClusterIP (port 3306)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5212080" y="42519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60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replicas (cluster)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NAMESPACES &amp; ORGANISATION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97764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25880" y="1645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de production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 + MySQL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097280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097280"/>
            <a:ext cx="3977640" cy="54864"/>
          </a:xfrm>
          <a:prstGeom prst="rect">
            <a:avLst/>
          </a:prstGeom>
          <a:solidFill>
            <a:srgbClr val="1E6091"/>
          </a:solidFill>
          <a:ln/>
        </p:spPr>
      </p:sp>
      <p:sp>
        <p:nvSpPr>
          <p:cNvPr id="12" name="Shape 9"/>
          <p:cNvSpPr/>
          <p:nvPr/>
        </p:nvSpPr>
        <p:spPr>
          <a:xfrm>
            <a:off x="4892040" y="1371600"/>
            <a:ext cx="502920" cy="502920"/>
          </a:xfrm>
          <a:prstGeom prst="ellipse">
            <a:avLst/>
          </a:prstGeom>
          <a:solidFill>
            <a:srgbClr val="1E609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630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577840" y="1645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de développement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et itérations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2926080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" y="2926080"/>
            <a:ext cx="3977640" cy="54864"/>
          </a:xfrm>
          <a:prstGeom prst="rect">
            <a:avLst/>
          </a:prstGeom>
          <a:solidFill>
            <a:srgbClr val="E8B931"/>
          </a:solidFill>
          <a:ln/>
        </p:spPr>
      </p:sp>
      <p:sp>
        <p:nvSpPr>
          <p:cNvPr id="18" name="Shape 14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8B931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918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monitoring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325880" y="34747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du cluster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2926080"/>
            <a:ext cx="3977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09160" y="2926080"/>
            <a:ext cx="39776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4" name="Shape 19"/>
          <p:cNvSpPr/>
          <p:nvPr/>
        </p:nvSpPr>
        <p:spPr>
          <a:xfrm>
            <a:off x="4892040" y="320040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29184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5577840" y="34747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Docker privée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des images custom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29" name="Text 23"/>
          <p:cNvSpPr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:  app=frontend | app=backend | app=mysql | env=prod | env=dev | tier=frontend | tier=backend | tier=data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RÉSEAU &amp; STOCKAGE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3931920" cy="548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097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Réseau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hôte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286000" y="1828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192.168.56.0/28 (Vagrant private)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2176272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304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CIDR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286000" y="2304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10.244.0.0/16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080" y="2651760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7797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CIDR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286000" y="27797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10.96.0.0/12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40080" y="3127248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32552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Plugin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286000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Calico (bonus)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0080" y="3602736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730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interne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286000" y="3730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CoreDNS (kube-dns)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40080" y="4078224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externe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28600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NodePort sur le master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54880" y="105156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754880" y="1051560"/>
            <a:ext cx="3931920" cy="548640"/>
          </a:xfrm>
          <a:prstGeom prst="rect">
            <a:avLst/>
          </a:prstGeom>
          <a:solidFill>
            <a:srgbClr val="1E6091"/>
          </a:solidFill>
          <a:ln/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43000"/>
            <a:ext cx="320040" cy="32004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349240" y="1097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Stockage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49377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583680" y="1828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NFS ou Local PV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937760" y="2176272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937760" y="2304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PersistentVolume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583680" y="2304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Provisionné manuellement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937760" y="2651760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37760" y="27797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583680" y="27797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par pod MySQL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937760" y="3127248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937760" y="32552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StorageClass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583680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 (local-path)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4937760" y="3602736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4937760" y="3730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583680" y="3730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Gi par PV MySQL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4937760" y="4078224"/>
            <a:ext cx="347472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93776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Mode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58368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ReadWriteOnce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&amp; MONITORING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234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Registry Privée &amp; Secrets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128016" cy="1280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18288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Docker sur le master (port 5000)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75688"/>
            <a:ext cx="128016" cy="12801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20299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TLS auto-signé (OpenSSL)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276856"/>
            <a:ext cx="128016" cy="12801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22960" y="223113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htpasswd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78024"/>
            <a:ext cx="128016" cy="12801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22960" y="243230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K8s pour les credentials (regcred)</a:t>
            </a:r>
            <a:endParaRPr lang="en-US" sz="9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679192"/>
            <a:ext cx="128016" cy="128016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822960" y="26334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ConfigMaps pour les configs applicatives</a:t>
            </a:r>
            <a:endParaRPr lang="en-US" sz="900" dirty="0"/>
          </a:p>
        </p:txBody>
      </p:sp>
      <p:sp>
        <p:nvSpPr>
          <p:cNvPr id="18" name="Shape 10"/>
          <p:cNvSpPr/>
          <p:nvPr/>
        </p:nvSpPr>
        <p:spPr>
          <a:xfrm>
            <a:off x="4754880" y="105156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4937760" y="1234440"/>
            <a:ext cx="502920" cy="502920"/>
          </a:xfrm>
          <a:prstGeom prst="ellipse">
            <a:avLst/>
          </a:prstGeom>
          <a:solidFill>
            <a:srgbClr val="E8B931"/>
          </a:solidFill>
          <a:ln/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32588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577840" y="1234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Monitoring</a:t>
            </a:r>
            <a:endParaRPr lang="en-US" sz="14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1874520"/>
            <a:ext cx="128016" cy="12801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5120640" y="18288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(collecte de métriques)</a:t>
            </a:r>
            <a:endParaRPr lang="en-US" sz="9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2075688"/>
            <a:ext cx="128016" cy="128016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120640" y="20299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(dashboards &amp; alertes)</a:t>
            </a:r>
            <a:endParaRPr lang="en-US" sz="9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2276856"/>
            <a:ext cx="128016" cy="128016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120640" y="223113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Exporter (DaemonSet sur chaque node)</a:t>
            </a:r>
            <a:endParaRPr lang="en-US" sz="9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7760" y="2478024"/>
            <a:ext cx="128016" cy="128016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5120640" y="243230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kube-state-metrics</a:t>
            </a:r>
            <a:endParaRPr lang="en-US" sz="9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7760" y="2679192"/>
            <a:ext cx="128016" cy="128016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120640" y="26334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Déployés dans le namespace monitoring</a:t>
            </a:r>
            <a:endParaRPr lang="en-US" sz="900" dirty="0"/>
          </a:p>
        </p:txBody>
      </p:sp>
      <p:sp>
        <p:nvSpPr>
          <p:cNvPr id="32" name="Shape 18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3" name="Shape 19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34" name="Text 20"/>
          <p:cNvSpPr/>
          <p:nvPr/>
        </p:nvSpPr>
        <p:spPr>
          <a:xfrm>
            <a:off x="640080" y="3246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OUTILS &amp; TECHNOLOGIES</a:t>
            </a:r>
            <a:endParaRPr lang="en-US" sz="1300" dirty="0"/>
          </a:p>
        </p:txBody>
      </p:sp>
      <p:sp>
        <p:nvSpPr>
          <p:cNvPr id="35" name="Text 21"/>
          <p:cNvSpPr/>
          <p:nvPr/>
        </p:nvSpPr>
        <p:spPr>
          <a:xfrm>
            <a:off x="640080" y="3794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Virtualisation</a:t>
            </a:r>
            <a:endParaRPr lang="en-US" sz="900" dirty="0"/>
          </a:p>
        </p:txBody>
      </p:sp>
      <p:sp>
        <p:nvSpPr>
          <p:cNvPr id="36" name="Text 22"/>
          <p:cNvSpPr/>
          <p:nvPr/>
        </p:nvSpPr>
        <p:spPr>
          <a:xfrm>
            <a:off x="640080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Vagrant + VirtualBox</a:t>
            </a:r>
            <a:endParaRPr lang="en-US" sz="900" dirty="0"/>
          </a:p>
        </p:txBody>
      </p:sp>
      <p:sp>
        <p:nvSpPr>
          <p:cNvPr id="37" name="Text 23"/>
          <p:cNvSpPr/>
          <p:nvPr/>
        </p:nvSpPr>
        <p:spPr>
          <a:xfrm>
            <a:off x="2651760" y="3794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endParaRPr lang="en-US" sz="900" dirty="0"/>
          </a:p>
        </p:txBody>
      </p:sp>
      <p:sp>
        <p:nvSpPr>
          <p:cNvPr id="38" name="Text 24"/>
          <p:cNvSpPr/>
          <p:nvPr/>
        </p:nvSpPr>
        <p:spPr>
          <a:xfrm>
            <a:off x="2651760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LTS</a:t>
            </a:r>
            <a:endParaRPr lang="en-US" sz="900" dirty="0"/>
          </a:p>
        </p:txBody>
      </p:sp>
      <p:sp>
        <p:nvSpPr>
          <p:cNvPr id="39" name="Text 25"/>
          <p:cNvSpPr/>
          <p:nvPr/>
        </p:nvSpPr>
        <p:spPr>
          <a:xfrm>
            <a:off x="4663440" y="3794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Conteneurisation</a:t>
            </a:r>
            <a:endParaRPr lang="en-US" sz="900" dirty="0"/>
          </a:p>
        </p:txBody>
      </p:sp>
      <p:sp>
        <p:nvSpPr>
          <p:cNvPr id="40" name="Text 26"/>
          <p:cNvSpPr/>
          <p:nvPr/>
        </p:nvSpPr>
        <p:spPr>
          <a:xfrm>
            <a:off x="4663440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containerd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6675120" y="37947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42" name="Text 28"/>
          <p:cNvSpPr/>
          <p:nvPr/>
        </p:nvSpPr>
        <p:spPr>
          <a:xfrm>
            <a:off x="6675120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(kubeadm)</a:t>
            </a:r>
            <a:endParaRPr lang="en-US" sz="900" dirty="0"/>
          </a:p>
        </p:txBody>
      </p:sp>
      <p:sp>
        <p:nvSpPr>
          <p:cNvPr id="43" name="Text 29"/>
          <p:cNvSpPr/>
          <p:nvPr/>
        </p:nvSpPr>
        <p:spPr>
          <a:xfrm>
            <a:off x="640080" y="4251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</a:t>
            </a:r>
            <a:endParaRPr lang="en-US" sz="900" dirty="0"/>
          </a:p>
        </p:txBody>
      </p:sp>
      <p:sp>
        <p:nvSpPr>
          <p:cNvPr id="44" name="Text 30"/>
          <p:cNvSpPr/>
          <p:nvPr/>
        </p:nvSpPr>
        <p:spPr>
          <a:xfrm>
            <a:off x="640080" y="4416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Calico CNI</a:t>
            </a:r>
            <a:endParaRPr lang="en-US" sz="900" dirty="0"/>
          </a:p>
        </p:txBody>
      </p:sp>
      <p:sp>
        <p:nvSpPr>
          <p:cNvPr id="45" name="Text 31"/>
          <p:cNvSpPr/>
          <p:nvPr/>
        </p:nvSpPr>
        <p:spPr>
          <a:xfrm>
            <a:off x="2651760" y="4251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00" dirty="0"/>
          </a:p>
        </p:txBody>
      </p:sp>
      <p:sp>
        <p:nvSpPr>
          <p:cNvPr id="46" name="Text 32"/>
          <p:cNvSpPr/>
          <p:nvPr/>
        </p:nvSpPr>
        <p:spPr>
          <a:xfrm>
            <a:off x="2651760" y="4416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</a:t>
            </a:r>
            <a:endParaRPr lang="en-US" sz="900" dirty="0"/>
          </a:p>
        </p:txBody>
      </p:sp>
      <p:sp>
        <p:nvSpPr>
          <p:cNvPr id="47" name="Text 33"/>
          <p:cNvSpPr/>
          <p:nvPr/>
        </p:nvSpPr>
        <p:spPr>
          <a:xfrm>
            <a:off x="4663440" y="4251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00" dirty="0"/>
          </a:p>
        </p:txBody>
      </p:sp>
      <p:sp>
        <p:nvSpPr>
          <p:cNvPr id="48" name="Text 34"/>
          <p:cNvSpPr/>
          <p:nvPr/>
        </p:nvSpPr>
        <p:spPr>
          <a:xfrm>
            <a:off x="4663440" y="4416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Registry (privée)</a:t>
            </a:r>
            <a:endParaRPr lang="en-US" sz="900" dirty="0"/>
          </a:p>
        </p:txBody>
      </p:sp>
      <p:sp>
        <p:nvSpPr>
          <p:cNvPr id="49" name="Text 35"/>
          <p:cNvSpPr/>
          <p:nvPr/>
        </p:nvSpPr>
        <p:spPr>
          <a:xfrm>
            <a:off x="6675120" y="4251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</a:t>
            </a:r>
            <a:endParaRPr lang="en-US" sz="900" dirty="0"/>
          </a:p>
        </p:txBody>
      </p:sp>
      <p:sp>
        <p:nvSpPr>
          <p:cNvPr id="50" name="Text 36"/>
          <p:cNvSpPr/>
          <p:nvPr/>
        </p:nvSpPr>
        <p:spPr>
          <a:xfrm>
            <a:off x="6675120" y="4416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 xmlns:mc="http://schemas.openxmlformats.org/markup-compatibility/2006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37160"/>
            <a:ext cx="8229600" cy="480060"/>
          </a:xfrm>
          <a:prstGeom prst="rect">
            <a:avLst/>
          </a:prstGeom>
        </p:spPr>
        <p:txBody>
          <a:bodyPr/>
          <a:lstStyle/>
          <a:p>
            <a:r>
              <a:rPr lang="fr-FR" sz="2400" b="1" dirty="0">
                <a:solidFill>
                  <a:srgbClr val="FFFFFF"/>
                </a:solidFill>
                <a:latin typeface="Arial Black"/>
              </a:rPr>
              <a:t>SCHÉMA D’ARCHITECTURE</a:t>
            </a:r>
          </a:p>
        </p:txBody>
      </p:sp>
      <p:pic>
        <p:nvPicPr>
          <p:cNvPr id="3" name="schema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" y="685800"/>
            <a:ext cx="8686800" cy="434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Cluster Kubernetes - Projet Cruise</dc:title>
  <dc:subject>PptxGenJS Presentation</dc:subject>
  <dc:creator>Steven</dc:creator>
  <cp:lastModifiedBy>Steven</cp:lastModifiedBy>
  <cp:revision>1</cp:revision>
  <dcterms:created xsi:type="dcterms:W3CDTF">2026-04-15T11:07:23Z</dcterms:created>
  <dcterms:modified xsi:type="dcterms:W3CDTF">2026-04-15T11:07:23Z</dcterms:modified>
</cp:coreProperties>
</file>